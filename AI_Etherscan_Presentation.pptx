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1BE3BE8-A044-4B13-B39B-F944F739363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E52E77-FF5E-42A4-B593-AEA8A84804A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105D83-A436-456B-BC3C-B03F568767D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4CDCDC-FE81-4947-8C80-845E49E4838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357780-C391-4F05-BF92-729E9411FE4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875291-6361-400A-B7A4-1C5E09026FD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B1B379-B794-4124-8ACF-3B132E6E7EB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472A57-4696-4630-B044-0C73C554CA4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F17321-6961-4D2A-88EE-C29B82BD34F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768162-7ECF-44E6-ABBA-2B2906312EE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6400800"/>
            <a:ext cx="9143640" cy="456840"/>
          </a:xfrm>
          <a:prstGeom prst="rect">
            <a:avLst/>
          </a:prstGeom>
          <a:solidFill>
            <a:srgbClr val="2b2c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Text 1"/>
          <p:cNvSpPr/>
          <p:nvPr/>
        </p:nvSpPr>
        <p:spPr>
          <a:xfrm>
            <a:off x="457200" y="64922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AI Etherscan Explorer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Text 2"/>
          <p:cNvSpPr/>
          <p:nvPr/>
        </p:nvSpPr>
        <p:spPr>
          <a:xfrm>
            <a:off x="7772400" y="649224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Abhineeth K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5303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0"/>
          <p:cNvSpPr/>
          <p:nvPr/>
        </p:nvSpPr>
        <p:spPr>
          <a:xfrm>
            <a:off x="914400" y="1828800"/>
            <a:ext cx="7314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AI Etherscan Explorer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1"/>
          <p:cNvSpPr/>
          <p:nvPr/>
        </p:nvSpPr>
        <p:spPr>
          <a:xfrm>
            <a:off x="914400" y="2743200"/>
            <a:ext cx="7314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627eea"/>
                </a:solidFill>
                <a:latin typeface="Calibri"/>
              </a:rPr>
              <a:t>Decoding the Blockchain with Artificial Intelligence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2"/>
          <p:cNvSpPr/>
          <p:nvPr/>
        </p:nvSpPr>
        <p:spPr>
          <a:xfrm>
            <a:off x="914400" y="4114800"/>
            <a:ext cx="7314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457200" y="4572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The Current Scenario: Traditional Etherscan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57200" y="1371600"/>
            <a:ext cx="822924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The Industry Standard </a:t>
            </a:r>
            <a:r>
              <a:rPr b="0" lang="en-US" sz="2200" spc="-1" strike="noStrike">
                <a:solidFill>
                  <a:srgbClr val="d1d5db"/>
                </a:solidFill>
                <a:latin typeface="Calibri"/>
              </a:rPr>
              <a:t>Etherscan is the go-to tool for developers, offering comprehensive network transparency.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Information Overload </a:t>
            </a:r>
            <a:r>
              <a:rPr b="0" lang="en-US" sz="2200" spc="-1" strike="noStrike">
                <a:solidFill>
                  <a:srgbClr val="d1d5db"/>
                </a:solidFill>
                <a:latin typeface="Calibri"/>
              </a:rPr>
              <a:t>For the average user, it presents an overwhelming wall of technical jargon (hexadecimal values, raw calldata, complex event logs).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The Reality </a:t>
            </a:r>
            <a:r>
              <a:rPr b="0" lang="en-US" sz="2200" spc="-1" strike="noStrike">
                <a:solidFill>
                  <a:srgbClr val="d1d5db"/>
                </a:solidFill>
                <a:latin typeface="Calibri"/>
              </a:rPr>
              <a:t>Most users only visit Etherscan to check if their transaction succeeded or failed—they cannot actually verify what they just signed.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457200" y="457200"/>
            <a:ext cx="7314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Why I Developed This App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457200" y="1371600"/>
            <a:ext cx="822924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Recognizing the Gap </a:t>
            </a:r>
            <a:r>
              <a:rPr b="0" lang="en-US" sz="2200" spc="-1" strike="noStrike">
                <a:solidFill>
                  <a:srgbClr val="d1d5db"/>
                </a:solidFill>
                <a:latin typeface="Calibri"/>
              </a:rPr>
              <a:t>Transparency does not equal Readability. The data is only readable by developers.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Security &amp; Scams </a:t>
            </a:r>
            <a:r>
              <a:rPr b="0" lang="en-US" sz="2200" spc="-1" strike="noStrike">
                <a:solidFill>
                  <a:srgbClr val="d1d5db"/>
                </a:solidFill>
                <a:latin typeface="Calibri"/>
              </a:rPr>
              <a:t>Many users fall victim to phishing and malicious contracts because they cannot read the transaction data before signing.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My Motivation </a:t>
            </a:r>
            <a:r>
              <a:rPr b="0" lang="en-US" sz="2200" spc="-1" strike="noStrike">
                <a:solidFill>
                  <a:srgbClr val="d1d5db"/>
                </a:solidFill>
                <a:latin typeface="Calibri"/>
              </a:rPr>
              <a:t>Build a bridge. A tool that leverages AI to democratize Web3, making blockchain data accessible to non-technical users.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/>
          <p:cNvSpPr/>
          <p:nvPr/>
        </p:nvSpPr>
        <p:spPr>
          <a:xfrm>
            <a:off x="457200" y="457200"/>
            <a:ext cx="7314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The Solution: AI Etherscan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"/>
          <p:cNvSpPr/>
          <p:nvPr/>
        </p:nvSpPr>
        <p:spPr>
          <a:xfrm>
            <a:off x="457200" y="1371600"/>
            <a:ext cx="822924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Plain English Translations </a:t>
            </a:r>
            <a:r>
              <a:rPr b="0" lang="en-US" sz="2200" spc="-1" strike="noStrike">
                <a:solidFill>
                  <a:srgbClr val="d1d5db"/>
                </a:solidFill>
                <a:latin typeface="Calibri"/>
              </a:rPr>
              <a:t>Instantly translates complex blockchain transactions and smart contracts into readable text.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Premium Aesthetics </a:t>
            </a:r>
            <a:r>
              <a:rPr b="0" lang="en-US" sz="2200" spc="-1" strike="noStrike">
                <a:solidFill>
                  <a:srgbClr val="d1d5db"/>
                </a:solidFill>
                <a:latin typeface="Calibri"/>
              </a:rPr>
              <a:t>Sleek, modern "glassmorphism" UI with dark mode.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Real-time Analytics </a:t>
            </a:r>
            <a:r>
              <a:rPr b="0" lang="en-US" sz="2200" spc="-1" strike="noStrike">
                <a:solidFill>
                  <a:srgbClr val="d1d5db"/>
                </a:solidFill>
                <a:latin typeface="Calibri"/>
              </a:rPr>
              <a:t>Fetches live on-chain mainnet data instantly without requiring premium API keys.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457200" y="457200"/>
            <a:ext cx="7314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How I Developed It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457200" y="1371600"/>
            <a:ext cx="822924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2000" spc="-1" strike="noStrike">
                <a:solidFill>
                  <a:srgbClr val="627eea"/>
                </a:solidFill>
                <a:latin typeface="Calibri"/>
              </a:rPr>
              <a:t>Frontend Framework: </a:t>
            </a:r>
            <a:r>
              <a:rPr b="0" lang="en-US" sz="2000" spc="-1" strike="noStrike">
                <a:solidFill>
                  <a:srgbClr val="ffffff"/>
                </a:solidFill>
                <a:latin typeface="Calibri"/>
              </a:rPr>
              <a:t>React &amp; Vite for lightning-fast rendering and component architecture.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627eea"/>
                </a:solidFill>
                <a:latin typeface="Calibri"/>
              </a:rPr>
              <a:t>Web3 Data Fetching: </a:t>
            </a:r>
            <a:r>
              <a:rPr b="0" lang="en-US" sz="2000" spc="-1" strike="noStrike">
                <a:solidFill>
                  <a:srgbClr val="ffffff"/>
                </a:solidFill>
                <a:latin typeface="Calibri"/>
              </a:rPr>
              <a:t>ethers.js connected directly to public RPCs (Cloudflare) to fetch live, raw block data for free.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627eea"/>
                </a:solidFill>
                <a:latin typeface="Calibri"/>
              </a:rPr>
              <a:t>The "Brain": </a:t>
            </a:r>
            <a:r>
              <a:rPr b="0" lang="en-US" sz="2000" spc="-1" strike="noStrike">
                <a:solidFill>
                  <a:srgbClr val="ffffff"/>
                </a:solidFill>
                <a:latin typeface="Calibri"/>
              </a:rPr>
              <a:t>@google/genai (Gemini). Specialized prompts feed raw data into Gemini to act as an analyst.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627eea"/>
                </a:solidFill>
                <a:latin typeface="Calibri"/>
              </a:rPr>
              <a:t>Visual Identity: </a:t>
            </a:r>
            <a:r>
              <a:rPr b="0" lang="en-US" sz="2000" spc="-1" strike="noStrike">
                <a:solidFill>
                  <a:srgbClr val="ffffff"/>
                </a:solidFill>
                <a:latin typeface="Calibri"/>
              </a:rPr>
              <a:t>Custom Vanilla CSS to perfect the "glassmorphism" premium aesthetic.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/>
          <p:cNvSpPr/>
          <p:nvPr/>
        </p:nvSpPr>
        <p:spPr>
          <a:xfrm>
            <a:off x="457200" y="457200"/>
            <a:ext cx="7314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Key Features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457200" y="1371600"/>
            <a:ext cx="82292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Transaction Explainer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Smart Contract Analysis (EOAs vs Contracts)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Security Flags for Unverified Contracts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Direct RPC integrations (Lightweight)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0"/>
          <p:cNvSpPr/>
          <p:nvPr/>
        </p:nvSpPr>
        <p:spPr>
          <a:xfrm>
            <a:off x="457200" y="457200"/>
            <a:ext cx="7314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Security &amp; Verification Protocols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1"/>
          <p:cNvSpPr/>
          <p:nvPr/>
        </p:nvSpPr>
        <p:spPr>
          <a:xfrm>
            <a:off x="457200" y="1371600"/>
            <a:ext cx="822924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Contract Source Verification</a:t>
            </a:r>
            <a:r>
              <a:rPr b="0" lang="en-US" sz="2200" spc="-1" strike="noStrike">
                <a:solidFill>
                  <a:srgbClr val="d1d5db"/>
                </a:solidFill>
                <a:latin typeface="Calibri"/>
              </a:rPr>
              <a:t>Queries whether a contract source is publicly verified on Etherscan.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Risk Assessment</a:t>
            </a:r>
            <a:r>
              <a:rPr b="0" lang="en-US" sz="2200" spc="-1" strike="noStrike">
                <a:solidFill>
                  <a:srgbClr val="d1d5db"/>
                </a:solidFill>
                <a:latin typeface="Calibri"/>
              </a:rPr>
              <a:t>AI refuses to confidently analyze closed-source contracts, triggering red flags.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Phishing Prevention</a:t>
            </a:r>
            <a:r>
              <a:rPr b="0" lang="en-US" sz="2200" spc="-1" strike="noStrike">
                <a:solidFill>
                  <a:srgbClr val="d1d5db"/>
                </a:solidFill>
                <a:latin typeface="Calibri"/>
              </a:rPr>
              <a:t>Warns users that interacting blindly with unverified contracts carries high risk.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0"/>
          <p:cNvSpPr/>
          <p:nvPr/>
        </p:nvSpPr>
        <p:spPr>
          <a:xfrm>
            <a:off x="457200" y="457200"/>
            <a:ext cx="7314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Future Enhancements (Level 2)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1"/>
          <p:cNvSpPr/>
          <p:nvPr/>
        </p:nvSpPr>
        <p:spPr>
          <a:xfrm>
            <a:off x="457200" y="1371600"/>
            <a:ext cx="82292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Receipt &amp; Event Logs Analysis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Scam &amp; Phishing Detection using Databases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Multi-Chain Support (Arbitrum, Base)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/>
          <p:nvPr/>
        </p:nvSpPr>
        <p:spPr>
          <a:xfrm>
            <a:off x="914400" y="1828800"/>
            <a:ext cx="7314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Thank You!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1"/>
          <p:cNvSpPr/>
          <p:nvPr/>
        </p:nvSpPr>
        <p:spPr>
          <a:xfrm>
            <a:off x="914400" y="2743200"/>
            <a:ext cx="7314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627eea"/>
                </a:solidFill>
                <a:latin typeface="Calibri"/>
              </a:rPr>
              <a:t>Making Web3 accessible to everyone through AI.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2"/>
          <p:cNvSpPr/>
          <p:nvPr/>
        </p:nvSpPr>
        <p:spPr>
          <a:xfrm>
            <a:off x="914400" y="3657600"/>
            <a:ext cx="7314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LibreOffice/24.2.7.2$Linux_X86_64 LibreOffice_project/420$Build-2</Application>
  <AppVersion>15.0000</AppVersion>
  <Words>0</Words>
  <Paragraphs>0</Paragraphs>
  <Company>AI Etherscan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2026-03-23T03:19:00Z</dcterms:created>
  <dc:creator>AI Explorer</dc:creator>
  <dc:description/>
  <dc:language>en-US</dc:language>
  <cp:lastModifiedBy/>
  <dcterms:modified xsi:type="dcterms:W3CDTF">2026-03-23T08:53:00Z</dcterms:modified>
  <cp:revision>2</cp:revision>
  <dc:subject>AI Etherscan Explorer Project Pitch</dc:subject>
  <dc:title>AI Etherscan Explorer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